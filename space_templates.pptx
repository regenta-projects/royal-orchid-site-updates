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0" r:id="rId6"/>
    <p:sldId id="287" r:id="rId13"/>
  </p:sldIdLst>
  <p:sldSz cx="15124113" cy="10688638"/>
  <p:notesSz cx="10688638" cy="151241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9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46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orkdrive.zohoexternal.in/file/510qa7a1d705b52b24081bc222e9ef9" TargetMode="External"/><Relationship Id="rId4" Type="http://schemas.openxmlformats.org/officeDocument/2006/relationships/hyperlink" Target="https://workdrive.zohopublic.in/folder/qusyge6e299ce229c4147a34407132e99e9eb" TargetMode="External"/><Relationship Id="rId5" Type="http://schemas.openxmlformats.org/officeDocument/2006/relationships/hyperlink" Target="https://workdrive.zohopublic.in/folder/d7kd5ecb4fdc5239f42c8964eae2eecce3ebe" TargetMode="External"/><Relationship Id="rId6" Type="http://schemas.openxmlformats.org/officeDocument/2006/relationships/hyperlink" Target="https://dimensiongraph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0689336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097280" y="3017520"/>
            <a:ext cx="1238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40" dirty="0">
                <a:solidFill>
                  <a:srgbClr val="5B9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02  ·  ROHL-0002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" y="3456432"/>
            <a:ext cx="12380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4983480"/>
            <a:ext cx="1238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Jamshedpur, Jharkhand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5623560"/>
            <a:ext cx="2926080" cy="36576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97280" y="5989320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8FA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6254496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73475" y="5989320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8FA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73475" y="6254496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49670" y="5989320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8FA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49670" y="6254496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5866" y="5989320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8FA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25866" y="6254496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02061" y="5989320"/>
            <a:ext cx="220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8FA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2061" y="6254496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27-Mar-2028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7955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Project overview &amp; contact details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0" y="7955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Property details — floor wise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09760" y="7955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Internal memorandum, drawings &amp; renderings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97280" y="8366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Work status — by space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0" y="8366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Project feedback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97280" y="9235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E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photograph not on record — to be added from the next site update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Project Overview &amp; Contact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Regenta —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44196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4419600" cy="457200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77824" y="1572768"/>
            <a:ext cx="398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OWNER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7824" y="2231136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2468880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Regenta, Jamshedpur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980944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OWNER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3218688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Harish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3730752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" y="3968496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9234000011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52288" y="1572768"/>
            <a:ext cx="44196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352288" y="1572768"/>
            <a:ext cx="4419600" cy="457200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571744" y="1572768"/>
            <a:ext cx="398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1744" y="2231136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AT SITE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1744" y="2468880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Joydeep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1744" y="2980944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1744" y="3218688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9234000020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1744" y="3730752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HEAD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1744" y="3968496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Chandan Chaudhary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046208" y="1572768"/>
            <a:ext cx="44196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046208" y="1572768"/>
            <a:ext cx="4419600" cy="457200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265664" y="1572768"/>
            <a:ext cx="3980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265664" y="2231136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ARCHITECT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65664" y="2468880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 Graph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65664" y="2980944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5664" y="3218688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9163755866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65664" y="3730752"/>
            <a:ext cx="3980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OF ROOMS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65664" y="3968496"/>
            <a:ext cx="3980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470916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1248" y="483717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" y="509320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65092" y="470916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347972" y="483717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850" b="1" i="0">
                <a:solidFill>
                  <a:srgbClr val="2F75B5"/>
                </a:solidFill>
                <a:latin typeface="Arial"/>
              </a:rPr>
              <a:t>HANDOVER DATE AS PER AGREEMENT SIGNED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7972" y="509320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20-Jan-2028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671816" y="470916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854696" y="483717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DATE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54696" y="509320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27-Mar-2028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1178540" y="470916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11361420" y="483717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YEAR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61420" y="509320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2027-28 · Q4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58368" y="576072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41248" y="588873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" y="614476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165092" y="576072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347972" y="588873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347972" y="614476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671816" y="576072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7854696" y="588873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COMPLETION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54696" y="614476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1178540" y="5760720"/>
            <a:ext cx="328726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1361420" y="5888736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VISIT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361420" y="6144768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visit pending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58368" y="6903720"/>
            <a:ext cx="13807440" cy="1371600"/>
          </a:xfrm>
          <a:prstGeom prst="roundRect">
            <a:avLst>
              <a:gd name="adj" fmla="val 3333"/>
            </a:avLst>
          </a:prstGeom>
          <a:solidFill>
            <a:srgbClr val="FFF8E6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658368" y="6903720"/>
            <a:ext cx="64008" cy="1371600"/>
          </a:xfrm>
          <a:prstGeom prst="rect">
            <a:avLst/>
          </a:prstGeom>
          <a:solidFill>
            <a:srgbClr val="B779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932688" y="7040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VERIFY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32688" y="7333488"/>
            <a:ext cx="1325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Technical visit still pending — no site photographs on record.
·  Earlier deck showed 70 keys and architect Prashant Sutaria; both are superseded.
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Property Details — Floor Wise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Regenta —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3807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4864" cy="658368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1792224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08176" y="162763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9921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keys — Regenta Jamshedpur (Yoganta)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2414016"/>
            <a:ext cx="13807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58368" y="2414016"/>
            <a:ext cx="54864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14400" y="2578608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1440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08176" y="241401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15968" y="2414016"/>
            <a:ext cx="9921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Brownfield. Project was held up and has restarted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3200400"/>
            <a:ext cx="13807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3200400"/>
            <a:ext cx="54864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14400" y="3364992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14400" y="3364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08176" y="32004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design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15968" y="3200400"/>
            <a:ext cx="9921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ID replaced — Mr. Jitendra Sinha newly appointed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3986784"/>
            <a:ext cx="138074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58368" y="3986784"/>
            <a:ext cx="54864" cy="658368"/>
          </a:xfrm>
          <a:prstGeom prst="rect">
            <a:avLst/>
          </a:prstGeom>
          <a:solidFill>
            <a:srgbClr val="5B9BD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14400" y="4151376"/>
            <a:ext cx="329184" cy="329184"/>
          </a:xfrm>
          <a:prstGeom prst="ellipse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14400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08176" y="39867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Floor-wise break-up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315968" y="3986784"/>
            <a:ext cx="9921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confirmed at the pending technical visit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Internal Memorandum, Drawings &amp; Renderings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held on Zoho WorkDrive — click any link to open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6766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54864" cy="1170432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1764792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MEMORANDUM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039112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memorandum and commercial terms</a:t>
            </a:r>
            <a:endParaRPr lang="en-US" sz="1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914400" y="2322576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workdrive.zohoexternal.in/file/510qa7a1d705b52b24081bc222e9ef9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99248" y="1627632"/>
            <a:ext cx="6766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99248" y="1627632"/>
            <a:ext cx="54864" cy="1170432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55280" y="1764792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DRAWINGS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55280" y="2039112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plans and working drawings</a:t>
            </a:r>
            <a:endParaRPr lang="en-US" sz="100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7955280" y="2322576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workdrive.zohopublic.in/folder/qusyge6e299ce229c4147a34407132e99e9eb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999232"/>
            <a:ext cx="6766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54864" cy="1170432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14400" y="3136392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RENDERINGS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410712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views and design intent</a:t>
            </a:r>
            <a:endParaRPr lang="en-US" sz="1000" dirty="0"/>
          </a:p>
        </p:txBody>
      </p:sp>
      <p:sp>
        <p:nvSpPr>
          <p:cNvPr id="20" name="Text 18">
            <a:hlinkClick r:id="rId5"/>
          </p:cNvPr>
          <p:cNvSpPr/>
          <p:nvPr/>
        </p:nvSpPr>
        <p:spPr>
          <a:xfrm>
            <a:off x="914400" y="3694176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workdrive.zohopublic.in/folder/d7kd5ecb4fdc5239f42c8964eae2eecce3ebe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99248" y="2999232"/>
            <a:ext cx="6766560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699248" y="2999232"/>
            <a:ext cx="54864" cy="1170432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955280" y="3136392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PORTFOLIO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55280" y="3410712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Consultant's profile and past work</a:t>
            </a:r>
            <a:endParaRPr lang="en-US" sz="1000" dirty="0"/>
          </a:p>
        </p:txBody>
      </p:sp>
      <p:sp>
        <p:nvSpPr>
          <p:cNvPr id="25" name="Text 23">
            <a:hlinkClick r:id="rId6"/>
          </p:cNvPr>
          <p:cNvSpPr/>
          <p:nvPr/>
        </p:nvSpPr>
        <p:spPr>
          <a:xfrm>
            <a:off x="7955280" y="3694176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dimensiongraph.com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" y="4526280"/>
            <a:ext cx="13807440" cy="868680"/>
          </a:xfrm>
          <a:prstGeom prst="roundRect">
            <a:avLst>
              <a:gd name="adj" fmla="val 5263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32688" y="4526280"/>
            <a:ext cx="1325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links are the single source. Update the document on WorkDrive and this page stays current — never attach files to the presentation.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Building façade &amp; main porch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experience — façade, porch, driveway, signage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Reception &amp; lobby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desk, lobby lounge and guest washrooms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All-day dining / restaurant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Restaurant, bar and terrace seating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Banquet &amp; conference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Banquet hall, pre-function and meeting rooms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Guest room — standard / deluxe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Mock-up and typical guest room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Guest bathroom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bathroom, fixtures and finishes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Guest floor corridor &amp; lifts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Corridors, lift lobby and guest lifts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 — DESIGN INTENT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5228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51688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5228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2660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6208" y="1645920"/>
            <a:ext cx="441960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210800" y="1645920"/>
            <a:ext cx="4090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46208" y="2212848"/>
            <a:ext cx="4419600" cy="4709160"/>
          </a:xfrm>
          <a:prstGeom prst="roundRect">
            <a:avLst>
              <a:gd name="adj" fmla="val 1034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320528" y="4338828"/>
            <a:ext cx="387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Main kitchen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kitchen, cold and dry stores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9924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356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Back of house &amp; stores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areas, laundry, service lift and stores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9924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356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Electrical — transformer, DG &amp; panel room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Transformer, DG set and main panel room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9924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356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STP / WTP &amp; plumbing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Sewage and water treatment, pumps and plumbing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9924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356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Fire &amp; life safety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pump, storage tank, alarm and detection   ·   Regenta, Jamshedpur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3268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99248" y="1645920"/>
            <a:ext cx="6766560" cy="475488"/>
          </a:xfrm>
          <a:prstGeom prst="rect">
            <a:avLst/>
          </a:prstGeom>
          <a:solidFill>
            <a:srgbClr val="C3C7C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863840" y="1645920"/>
            <a:ext cx="6437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MONTH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99248" y="2212848"/>
            <a:ext cx="6766560" cy="4709160"/>
          </a:xfrm>
          <a:prstGeom prst="roundRect">
            <a:avLst>
              <a:gd name="adj" fmla="val 971"/>
            </a:avLst>
          </a:prstGeom>
          <a:solidFill>
            <a:srgbClr val="F0F1F3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73568" y="433882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awaited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" y="7232904"/>
            <a:ext cx="469453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7232904"/>
            <a:ext cx="4694530" cy="402336"/>
          </a:xfrm>
          <a:prstGeom prst="rect">
            <a:avLst/>
          </a:prstGeom>
          <a:solidFill>
            <a:srgbClr val="2F75B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7232904"/>
            <a:ext cx="43653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LINKS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9536" y="77632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7763256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81838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/ close-up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24328" y="8183880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86045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Snag review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8604504"/>
            <a:ext cx="24999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7218" y="7232904"/>
            <a:ext cx="883859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627218" y="7232904"/>
            <a:ext cx="8838590" cy="402336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791810" y="7232904"/>
            <a:ext cx="8509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FOR THIS SPACE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28386" y="7744968"/>
            <a:ext cx="843625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recorded at the next site visit.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" y="9052560"/>
            <a:ext cx="13807440" cy="566928"/>
          </a:xfrm>
          <a:prstGeom prst="roundRect">
            <a:avLst>
              <a:gd name="adj" fmla="val 8065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32688" y="9052560"/>
            <a:ext cx="1325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site visit: Technical visit pending   ·   Completion 50%   ·   Stage: Construction   ·   Risk: 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117043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2377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Project Feedback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6949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recorded at the last site visit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65408" y="3291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1380744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32688" y="17830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08176" y="1783080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slow. The project was held up and has been restarted.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08176" y="2258568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owner has replaced the earlier interior designer for rooms, Mr. Prashant Sutaria.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27340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08176" y="2734056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Jitendra Sinha has now taken over the room interior design.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" y="32095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08176" y="3209544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room designs awaited from the new designer.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32688" y="368503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08176" y="3685032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visit is still pending; the status PPT will follow the visit.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709160"/>
            <a:ext cx="13807440" cy="1371600"/>
          </a:xfrm>
          <a:prstGeom prst="roundRect">
            <a:avLst>
              <a:gd name="adj" fmla="val 3333"/>
            </a:avLst>
          </a:prstGeom>
          <a:solidFill>
            <a:srgbClr val="EAF1F9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8368" y="4709160"/>
            <a:ext cx="64008" cy="13716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32688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70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2688" y="5148072"/>
            <a:ext cx="1325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the technical visit together with the mock-up room review. Obtain revised room designs from the newly appointed interior designer Mr. Jitendra Sinha and confirm the restart programme with the owner.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6309360"/>
            <a:ext cx="32872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248" y="6428232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" y="6675120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65092" y="6309360"/>
            <a:ext cx="32872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347972" y="6428232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47972" y="6675120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71816" y="6309360"/>
            <a:ext cx="32872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854696" y="6428232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54696" y="6675120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178540" y="6309360"/>
            <a:ext cx="3287268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B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1361420" y="6428232"/>
            <a:ext cx="29215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7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1420" y="6675120"/>
            <a:ext cx="2921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27-Mar-2028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0" y="10213848"/>
            <a:ext cx="15124176" cy="32004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8368" y="10287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ROHL-0002  ·  Regenta, Jamshedpur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79408" y="10287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50" b="1" i="0">
                <a:solidFill>
                  <a:srgbClr val="C2185B"/>
                </a:solidFill>
                <a:latin typeface="Arial"/>
              </a:rPr>
              <a:t>RE:GEN:TA  HOTELS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1550</Words>
  <Application>Microsoft Office PowerPoint</Application>
  <PresentationFormat>Custom</PresentationFormat>
  <Paragraphs>382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Mr. Chandan Chaudhary — Cluster Project Status Report</dc:title>
  <dc:subject>PptxGenJS Presentation</dc:subject>
  <dc:creator>Royal Orchid Hotels Ltd.</dc:creator>
  <cp:lastModifiedBy>Projects</cp:lastModifiedBy>
  <cp:revision>3</cp:revision>
  <dcterms:created xsi:type="dcterms:W3CDTF">2026-08-19T19:28:55Z</dcterms:created>
  <dcterms:modified xsi:type="dcterms:W3CDTF">2026-08-24T05:48:05Z</dcterms:modified>
</cp:coreProperties>
</file>