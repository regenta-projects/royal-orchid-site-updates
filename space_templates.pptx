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0" r:id="rId6"/>
    <p:sldId id="287" r:id="rId13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299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1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464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orkdrive.zohoexternal.in/file/510qa7a1d705b52b24081bc222e9ef9" TargetMode="External"/><Relationship Id="rId4" Type="http://schemas.openxmlformats.org/officeDocument/2006/relationships/hyperlink" Target="https://workdrive.zohopublic.in/folder/qusyge6e299ce229c4147a34407132e99e9eb" TargetMode="External"/><Relationship Id="rId5" Type="http://schemas.openxmlformats.org/officeDocument/2006/relationships/hyperlink" Target="https://workdrive.zohopublic.in/folder/d7kd5ecb4fdc5239f42c8964eae2eecce3ebe" TargetMode="External"/><Relationship Id="rId6" Type="http://schemas.openxmlformats.org/officeDocument/2006/relationships/hyperlink" Target="https://dimensiongraph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Building façade &amp; main porch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 experience — façade, porch, driveway, signage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973568"/>
            <a:ext cx="469453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973568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973568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VIDEO</a:t>
            </a:r>
          </a:p>
        </p:txBody>
      </p:sp>
      <p:sp>
        <p:nvSpPr>
          <p:cNvPr id="21" name="Text 19"/>
          <p:cNvSpPr/>
          <p:nvPr/>
        </p:nvSpPr>
        <p:spPr>
          <a:xfrm>
            <a:off x="859536" y="85404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walkthrough</a:t>
            </a:r>
          </a:p>
        </p:txBody>
      </p:sp>
      <p:sp>
        <p:nvSpPr>
          <p:cNvPr id="22" name="Text 20"/>
          <p:cNvSpPr/>
          <p:nvPr/>
        </p:nvSpPr>
        <p:spPr>
          <a:xfrm>
            <a:off x="2624328" y="854049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973568"/>
            <a:ext cx="883859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973568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973568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8485632"/>
            <a:ext cx="84362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482328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5097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Completion: —      ·      Last site visit: —      ·      Updated automatically from site form</a:t>
            </a:r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Building façade &amp; main porch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 experience — façade, porch, driveway, signage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5605272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709160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973568"/>
            <a:ext cx="469453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973568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973568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VIDEO</a:t>
            </a:r>
          </a:p>
        </p:txBody>
      </p:sp>
      <p:sp>
        <p:nvSpPr>
          <p:cNvPr id="21" name="Text 19"/>
          <p:cNvSpPr/>
          <p:nvPr/>
        </p:nvSpPr>
        <p:spPr>
          <a:xfrm>
            <a:off x="859536" y="85404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walkthrough</a:t>
            </a:r>
          </a:p>
        </p:txBody>
      </p:sp>
      <p:sp>
        <p:nvSpPr>
          <p:cNvPr id="22" name="Text 20"/>
          <p:cNvSpPr/>
          <p:nvPr/>
        </p:nvSpPr>
        <p:spPr>
          <a:xfrm>
            <a:off x="2624328" y="854049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973568"/>
            <a:ext cx="883859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973568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973568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8485632"/>
            <a:ext cx="84362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482328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5097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Completion: —      ·      Last site visit: —      ·      Updated automatically from site form</a:t>
            </a:r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Main kitchen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kitchen, cold and dry stores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5605272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709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5605272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709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973568"/>
            <a:ext cx="469453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973568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973568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VIDEO</a:t>
            </a:r>
          </a:p>
        </p:txBody>
      </p:sp>
      <p:sp>
        <p:nvSpPr>
          <p:cNvPr id="17" name="Text 15"/>
          <p:cNvSpPr/>
          <p:nvPr/>
        </p:nvSpPr>
        <p:spPr>
          <a:xfrm>
            <a:off x="859536" y="85404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walkthrough</a:t>
            </a:r>
          </a:p>
        </p:txBody>
      </p:sp>
      <p:sp>
        <p:nvSpPr>
          <p:cNvPr id="18" name="Text 16"/>
          <p:cNvSpPr/>
          <p:nvPr/>
        </p:nvSpPr>
        <p:spPr>
          <a:xfrm>
            <a:off x="2624328" y="854049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973568"/>
            <a:ext cx="883859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973568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973568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8485632"/>
            <a:ext cx="84362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482328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5097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Completion: —      ·      Last site visit: —      ·      Updated automatically from site form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Main kitchen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kitchen, cold and dry stores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5605272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709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5605272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7091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973568"/>
            <a:ext cx="469453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973568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973568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VIDEO</a:t>
            </a:r>
          </a:p>
        </p:txBody>
      </p:sp>
      <p:sp>
        <p:nvSpPr>
          <p:cNvPr id="17" name="Text 15"/>
          <p:cNvSpPr/>
          <p:nvPr/>
        </p:nvSpPr>
        <p:spPr>
          <a:xfrm>
            <a:off x="859536" y="854049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Site walkthrough</a:t>
            </a:r>
          </a:p>
        </p:txBody>
      </p:sp>
      <p:sp>
        <p:nvSpPr>
          <p:cNvPr id="18" name="Text 16"/>
          <p:cNvSpPr/>
          <p:nvPr/>
        </p:nvSpPr>
        <p:spPr>
          <a:xfrm>
            <a:off x="2624328" y="854049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973568"/>
            <a:ext cx="8838590" cy="1463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973568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973568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8485632"/>
            <a:ext cx="843625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482328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5097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Completion: —      ·      Last site visit: —      ·      Updated automatically from site form</a:t>
            </a:r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Property Details — Floor Wise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Regenta —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13807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4864" cy="658368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792224"/>
            <a:ext cx="329184" cy="329184"/>
          </a:xfrm>
          <a:prstGeom prst="ellipse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14400" y="17922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408176" y="162763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15968" y="1627632"/>
            <a:ext cx="9921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 keys — Regenta Jamshedpur (Yoganta)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2414016"/>
            <a:ext cx="13807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58368" y="2414016"/>
            <a:ext cx="54864" cy="658368"/>
          </a:xfrm>
          <a:prstGeom prst="rect">
            <a:avLst/>
          </a:prstGeom>
          <a:solidFill>
            <a:srgbClr val="5B9B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914400" y="2578608"/>
            <a:ext cx="329184" cy="329184"/>
          </a:xfrm>
          <a:prstGeom prst="ellipse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2578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408176" y="2414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15968" y="2414016"/>
            <a:ext cx="9921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Brownfield. Project was held up and has restarted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3200400"/>
            <a:ext cx="13807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3200400"/>
            <a:ext cx="54864" cy="658368"/>
          </a:xfrm>
          <a:prstGeom prst="rect">
            <a:avLst/>
          </a:prstGeom>
          <a:solidFill>
            <a:srgbClr val="5B9B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914400" y="3364992"/>
            <a:ext cx="329184" cy="329184"/>
          </a:xfrm>
          <a:prstGeom prst="ellipse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14400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408176" y="320040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Interior design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315968" y="3200400"/>
            <a:ext cx="9921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Rooms ID replaced — Mr. Jitendra Sinha newly appointed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58368" y="3986784"/>
            <a:ext cx="138074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658368" y="3986784"/>
            <a:ext cx="54864" cy="658368"/>
          </a:xfrm>
          <a:prstGeom prst="rect">
            <a:avLst/>
          </a:prstGeom>
          <a:solidFill>
            <a:srgbClr val="5B9BD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914400" y="4151376"/>
            <a:ext cx="329184" cy="329184"/>
          </a:xfrm>
          <a:prstGeom prst="ellipse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4151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408176" y="3986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Floor-wise break-up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315968" y="3986784"/>
            <a:ext cx="9921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confirmed at the pending technical visit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Internal Memorandum, Drawings &amp; Renderings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documents held on Zoho WorkDrive — click any link to open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27632"/>
            <a:ext cx="6766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658368" y="1627632"/>
            <a:ext cx="54864" cy="1170432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1764792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MEMORANDUM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2039112"/>
            <a:ext cx="6254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Signed memorandum and commercial terms</a:t>
            </a:r>
            <a:endParaRPr lang="en-US" sz="1000" dirty="0"/>
          </a:p>
        </p:txBody>
      </p:sp>
      <p:sp>
        <p:nvSpPr>
          <p:cNvPr id="10" name="Text 8">
            <a:hlinkClick r:id="rId3"/>
          </p:cNvPr>
          <p:cNvSpPr/>
          <p:nvPr/>
        </p:nvSpPr>
        <p:spPr>
          <a:xfrm>
            <a:off x="914400" y="2322576"/>
            <a:ext cx="6254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workdrive.zohoexternal.in/file/510qa7a1d705b52b24081bc222e9ef9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699248" y="1627632"/>
            <a:ext cx="6766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7699248" y="1627632"/>
            <a:ext cx="54864" cy="1170432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55280" y="1764792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DRAWINGS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55280" y="2039112"/>
            <a:ext cx="6254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plans and working drawings</a:t>
            </a:r>
            <a:endParaRPr lang="en-US" sz="1000" dirty="0"/>
          </a:p>
        </p:txBody>
      </p:sp>
      <p:sp>
        <p:nvSpPr>
          <p:cNvPr id="15" name="Text 13">
            <a:hlinkClick r:id="rId4"/>
          </p:cNvPr>
          <p:cNvSpPr/>
          <p:nvPr/>
        </p:nvSpPr>
        <p:spPr>
          <a:xfrm>
            <a:off x="7955280" y="2322576"/>
            <a:ext cx="6254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workdrive.zohopublic.in/folder/qusyge6e299ce229c4147a34407132e99e9eb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" y="2999232"/>
            <a:ext cx="6766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8368" y="2999232"/>
            <a:ext cx="54864" cy="1170432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14400" y="3136392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RENDERINGS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14400" y="3410712"/>
            <a:ext cx="6254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 views and design intent</a:t>
            </a:r>
            <a:endParaRPr lang="en-US" sz="1000" dirty="0"/>
          </a:p>
        </p:txBody>
      </p:sp>
      <p:sp>
        <p:nvSpPr>
          <p:cNvPr id="20" name="Text 18">
            <a:hlinkClick r:id="rId5"/>
          </p:cNvPr>
          <p:cNvSpPr/>
          <p:nvPr/>
        </p:nvSpPr>
        <p:spPr>
          <a:xfrm>
            <a:off x="914400" y="3694176"/>
            <a:ext cx="6254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workdrive.zohopublic.in/folder/d7kd5ecb4fdc5239f42c8964eae2eecce3ebe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699248" y="2999232"/>
            <a:ext cx="6766560" cy="1170432"/>
          </a:xfrm>
          <a:prstGeom prst="roundRect">
            <a:avLst>
              <a:gd name="adj" fmla="val 3906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7699248" y="2999232"/>
            <a:ext cx="54864" cy="1170432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955280" y="3136392"/>
            <a:ext cx="6254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 PORTFOLIO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55280" y="3410712"/>
            <a:ext cx="62544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Consultant's profile and past work</a:t>
            </a:r>
            <a:endParaRPr lang="en-US" sz="1000" dirty="0"/>
          </a:p>
        </p:txBody>
      </p:sp>
      <p:sp>
        <p:nvSpPr>
          <p:cNvPr id="25" name="Text 23">
            <a:hlinkClick r:id="rId6"/>
          </p:cNvPr>
          <p:cNvSpPr/>
          <p:nvPr/>
        </p:nvSpPr>
        <p:spPr>
          <a:xfrm>
            <a:off x="7955280" y="3694176"/>
            <a:ext cx="6254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u="sng" dirty="0">
                <a:solidFill>
                  <a:srgbClr val="1155C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dimensiongraph.com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4526280"/>
            <a:ext cx="13807440" cy="868680"/>
          </a:xfrm>
          <a:prstGeom prst="roundRect">
            <a:avLst>
              <a:gd name="adj" fmla="val 5263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32688" y="4526280"/>
            <a:ext cx="1325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links are the single source. Update the document on WorkDrive and this page stays current — never attach files to the presentation.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Reception &amp; lobby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 desk, lobby lounge and guest washrooms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All-day dining / restaurant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Restaurant, bar and terrace seating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Banquet &amp; conference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Banquet hall, pre-function and meeting rooms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Guest room — standard / deluxe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Mock-up and typical guest room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Guest bathroom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Guest bathroom, fixtures and finishes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Guest floor corridor &amp; lifts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Corridors, lift lobby and guest lifts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RENDERED — DESIGN INTENT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35228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51688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5228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62660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0046208" y="1645920"/>
            <a:ext cx="441960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210800" y="1645920"/>
            <a:ext cx="40904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046208" y="2212848"/>
            <a:ext cx="4419600" cy="4709160"/>
          </a:xfrm>
          <a:prstGeom prst="roundRect">
            <a:avLst>
              <a:gd name="adj" fmla="val 1034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10320528" y="4338828"/>
            <a:ext cx="387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Back of house &amp; stores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 areas, laundry, service lift and stores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Electrical — transformer, DG &amp; panel room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Transformer, DG set and main panel room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STP / WTP &amp; plumbing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Sewage and water treatment, pumps and plumbing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Fire &amp; life safety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pump, storage tank, alarm and detection   ·   Regenta, Jamshedpur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PREVIOUS MONTH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3268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699248" y="1645920"/>
            <a:ext cx="6766560" cy="475488"/>
          </a:xfrm>
          <a:prstGeom prst="rect">
            <a:avLst/>
          </a:prstGeom>
          <a:solidFill>
            <a:srgbClr val="C3C7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863840" y="1645920"/>
            <a:ext cx="6437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6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MONTH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699248" y="2212848"/>
            <a:ext cx="6766560" cy="4709160"/>
          </a:xfrm>
          <a:prstGeom prst="roundRect">
            <a:avLst>
              <a:gd name="adj" fmla="val 971"/>
            </a:avLst>
          </a:prstGeom>
          <a:solidFill>
            <a:srgbClr val="F0F1F3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73568" y="433882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Photograph awaited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58368" y="7232904"/>
            <a:ext cx="469453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58368" y="7232904"/>
            <a:ext cx="4694530" cy="402336"/>
          </a:xfrm>
          <a:prstGeom prst="rect">
            <a:avLst/>
          </a:prstGeom>
          <a:solidFill>
            <a:srgbClr val="2F75B5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7232904"/>
            <a:ext cx="436534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VIDEO LINKS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59536" y="7763256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Walkthrough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24328" y="7763256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9536" y="818388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/ close-up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24328" y="8183880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9536" y="860450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Snag review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624328" y="8604504"/>
            <a:ext cx="24999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27218" y="7232904"/>
            <a:ext cx="883859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5627218" y="7232904"/>
            <a:ext cx="8838590" cy="402336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5791810" y="7232904"/>
            <a:ext cx="85094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FEEDBACK FOR THIS SPACE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828386" y="7744968"/>
            <a:ext cx="843625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recorded at the next site visit.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9052560"/>
            <a:ext cx="13807440" cy="566928"/>
          </a:xfrm>
          <a:prstGeom prst="roundRect">
            <a:avLst>
              <a:gd name="adj" fmla="val 8065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32688" y="9052560"/>
            <a:ext cx="1325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site visit: Technical visit pending   ·   Completion 50%   ·   Stage: Construction   ·   Risk: Medium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124176" cy="1170432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58368" y="23774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Project Feedback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694944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FC3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Observations recorded at the last site visit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265408" y="329184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58368" y="1600200"/>
            <a:ext cx="1380744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32688" y="1783080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08176" y="1783080"/>
            <a:ext cx="1271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is slow. The project was held up and has been restarted.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32688" y="2258568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408176" y="2258568"/>
            <a:ext cx="1271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has replaced the earlier interior designer for rooms, Mr. Prashant Sutaria.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32688" y="2734056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08176" y="2734056"/>
            <a:ext cx="1271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Jitendra Sinha has now taken over the room interior design.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932688" y="320954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08176" y="3209544"/>
            <a:ext cx="1271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Revised room designs awaited from the new designer.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32688" y="3685032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408176" y="3685032"/>
            <a:ext cx="1271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visit is still pending; the status PPT will follow the visit.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4709160"/>
            <a:ext cx="13807440" cy="1371600"/>
          </a:xfrm>
          <a:prstGeom prst="roundRect">
            <a:avLst>
              <a:gd name="adj" fmla="val 3333"/>
            </a:avLst>
          </a:prstGeom>
          <a:solidFill>
            <a:srgbClr val="EAF1F9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658368" y="4709160"/>
            <a:ext cx="64008" cy="1371600"/>
          </a:xfrm>
          <a:prstGeom prst="rect">
            <a:avLst/>
          </a:prstGeom>
          <a:solidFill>
            <a:srgbClr val="17365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32688" y="4846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70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ACTION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32688" y="5148072"/>
            <a:ext cx="132588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the technical visit together with the mock-up room review. Obtain revised room designs from the newly appointed interior designer Mr. Jitendra Sinha and confirm the restart programme with the owner.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6309360"/>
            <a:ext cx="3287268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1248" y="6428232"/>
            <a:ext cx="2921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1248" y="6675120"/>
            <a:ext cx="2921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Construction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165092" y="6309360"/>
            <a:ext cx="3287268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4347972" y="6428232"/>
            <a:ext cx="2921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347972" y="6675120"/>
            <a:ext cx="2921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71816" y="6309360"/>
            <a:ext cx="3287268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7854696" y="6428232"/>
            <a:ext cx="2921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854696" y="6675120"/>
            <a:ext cx="2921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1178540" y="6309360"/>
            <a:ext cx="3287268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D6DBE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11361420" y="6428232"/>
            <a:ext cx="29215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70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1420" y="6675120"/>
            <a:ext cx="29215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736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27-Mar-2028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0" y="10213848"/>
            <a:ext cx="15124176" cy="32004"/>
          </a:xfrm>
          <a:prstGeom prst="rect">
            <a:avLst/>
          </a:prstGeom>
          <a:solidFill>
            <a:srgbClr val="17365D"/>
          </a:solidFill>
          <a:ln w="12700">
            <a:solidFill>
              <a:srgbClr val="17365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658368" y="10287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E76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ROHL-0002  ·  Regenta, Jamshedpur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979408" y="10287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sz="950" b="1" i="0">
                <a:solidFill>
                  <a:srgbClr val="C2185B"/>
                </a:solidFill>
                <a:latin typeface="Arial"/>
              </a:rPr>
              <a:t>RE:GEN:TA  HOTELS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1550</Words>
  <Application>Microsoft Office PowerPoint</Application>
  <PresentationFormat>Custom</PresentationFormat>
  <Paragraphs>382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Mr. Chandan Chaudhary — Cluster Project Status Report</dc:title>
  <dc:subject>PptxGenJS Presentation</dc:subject>
  <dc:creator>Royal Orchid Hotels Ltd.</dc:creator>
  <cp:lastModifiedBy>Projects</cp:lastModifiedBy>
  <cp:revision>3</cp:revision>
  <dcterms:created xsi:type="dcterms:W3CDTF">2026-08-19T19:28:55Z</dcterms:created>
  <dcterms:modified xsi:type="dcterms:W3CDTF">2026-08-24T05:48:05Z</dcterms:modified>
</cp:coreProperties>
</file>